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OpenBox — Linha do Tempo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88696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Da base TVBox OSS à entrega acadêmica AVFinal — privacidade de borda auditável em Rockchip RK3229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55480" y="475488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143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F2B705"/>
                </a:solidFill>
                <a:latin typeface="Calibri"/>
              </a:rPr>
              <a:t>AVFinal · UniCEUB ·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17320" y="2670048"/>
            <a:ext cx="9418320" cy="0"/>
          </a:xfrm>
          <a:prstGeom prst="line">
            <a:avLst/>
          </a:prstGeom>
          <a:ln w="31750">
            <a:solidFill>
              <a:srgbClr val="3550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61872" y="2514600"/>
            <a:ext cx="310896" cy="310896"/>
          </a:xfrm>
          <a:prstGeom prst="ellipse">
            <a:avLst/>
          </a:prstGeom>
          <a:solidFill>
            <a:srgbClr val="8A1F3D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87168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2286000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TVBox OSS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3017520"/>
            <a:ext cx="223113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B8"/>
                </a:solidFill>
                <a:latin typeface="Calibri"/>
              </a:rPr>
              <a:t>base inicial OSS</a:t>
            </a:r>
          </a:p>
        </p:txBody>
      </p:sp>
      <p:sp>
        <p:nvSpPr>
          <p:cNvPr id="10" name="Oval 9"/>
          <p:cNvSpPr/>
          <p:nvPr/>
        </p:nvSpPr>
        <p:spPr>
          <a:xfrm>
            <a:off x="3621024" y="2514600"/>
            <a:ext cx="310896" cy="310896"/>
          </a:xfrm>
          <a:prstGeom prst="ellipse">
            <a:avLst/>
          </a:prstGeom>
          <a:solidFill>
            <a:srgbClr val="2E6F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2487168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783080"/>
            <a:ext cx="2286000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OpenBox v0.1.0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4" y="3017520"/>
            <a:ext cx="223113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B8"/>
                </a:solidFill>
                <a:latin typeface="Calibri"/>
              </a:rPr>
              <a:t>skeleton: WireGuard,
nftables, Pi-hole</a:t>
            </a:r>
          </a:p>
        </p:txBody>
      </p:sp>
      <p:sp>
        <p:nvSpPr>
          <p:cNvPr id="14" name="Oval 13"/>
          <p:cNvSpPr/>
          <p:nvPr/>
        </p:nvSpPr>
        <p:spPr>
          <a:xfrm>
            <a:off x="5797296" y="2340864"/>
            <a:ext cx="658368" cy="658368"/>
          </a:xfrm>
          <a:prstGeom prst="ellipse">
            <a:avLst/>
          </a:prstGeom>
          <a:solidFill>
            <a:srgbClr val="0C2233"/>
          </a:solidFill>
          <a:ln w="25400">
            <a:solidFill>
              <a:srgbClr val="1F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88736" y="2432304"/>
            <a:ext cx="475488" cy="475488"/>
          </a:xfrm>
          <a:prstGeom prst="ellipse">
            <a:avLst/>
          </a:prstGeom>
          <a:solidFill>
            <a:srgbClr val="1F9E75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487168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783080"/>
            <a:ext cx="2286000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OpenBox v0.2.0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3017520"/>
            <a:ext cx="223113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B8"/>
                </a:solidFill>
                <a:latin typeface="Calibri"/>
              </a:rPr>
              <a:t>retarget RK3229 ·
Armbian · Jellyfin</a:t>
            </a:r>
          </a:p>
        </p:txBody>
      </p:sp>
      <p:sp>
        <p:nvSpPr>
          <p:cNvPr id="19" name="Oval 18"/>
          <p:cNvSpPr/>
          <p:nvPr/>
        </p:nvSpPr>
        <p:spPr>
          <a:xfrm>
            <a:off x="8330183" y="2514600"/>
            <a:ext cx="310896" cy="310896"/>
          </a:xfrm>
          <a:prstGeom prst="ellipse">
            <a:avLst/>
          </a:prstGeom>
          <a:solidFill>
            <a:srgbClr val="2E6F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1" y="2487168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1783080"/>
            <a:ext cx="2286000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ADV7Box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3" y="3017520"/>
            <a:ext cx="223113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B8"/>
                </a:solidFill>
                <a:latin typeface="Calibri"/>
              </a:rPr>
              <a:t>consolidação
HTML + PDF</a:t>
            </a:r>
          </a:p>
        </p:txBody>
      </p:sp>
      <p:sp>
        <p:nvSpPr>
          <p:cNvPr id="23" name="Oval 22"/>
          <p:cNvSpPr/>
          <p:nvPr/>
        </p:nvSpPr>
        <p:spPr>
          <a:xfrm>
            <a:off x="10680192" y="2514600"/>
            <a:ext cx="310896" cy="310896"/>
          </a:xfrm>
          <a:prstGeom prst="ellipse">
            <a:avLst/>
          </a:prstGeom>
          <a:solidFill>
            <a:srgbClr val="F2B705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19" y="2487168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783080"/>
            <a:ext cx="2286000" cy="5669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AVAL01-IC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3017520"/>
            <a:ext cx="223113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B8"/>
                </a:solidFill>
                <a:latin typeface="Calibri"/>
              </a:rPr>
              <a:t>pass acadêmico
AVFinal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B705"/>
                </a:solidFill>
                <a:latin typeface="Calibri"/>
              </a:rPr>
              <a:t>Snapshots do projeto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" y="4279392"/>
            <a:ext cx="3127248" cy="19202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humb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334256"/>
            <a:ext cx="3017520" cy="18105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6254496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Arquitetura — defesa em profundidade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4279392"/>
            <a:ext cx="3127248" cy="19202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humb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4334256"/>
            <a:ext cx="3017520" cy="181051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52544" y="6254496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Fluxo de tráfego — 6 etapas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0183" y="4279392"/>
            <a:ext cx="3127248" cy="19202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4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humb_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4334256"/>
            <a:ext cx="3017520" cy="181051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56448" y="6254496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Matriz de risco — HW · SW · Rede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